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libri"/>
              </a:rPr>
              <a:t>Dirty values detected and handled, by issue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Issues fixed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Missing names flagged</c:v>
                  </c:pt>
                  <c:pt idx="1">
                    <c:v>Duplicate emails found</c:v>
                  </c:pt>
                  <c:pt idx="2">
                    <c:v>Emails missing "@"</c:v>
                  </c:pt>
                  <c:pt idx="3">
                    <c:v>Scores as words</c:v>
                  </c:pt>
                  <c:pt idx="4">
                    <c:v>Ages as words</c:v>
                  </c:pt>
                  <c:pt idx="5">
                    <c:v>Broken addresses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335</c:v>
                </c:pt>
                <c:pt idx="1">
                  <c:v>282</c:v>
                </c:pt>
                <c:pt idx="2">
                  <c:v>271</c:v>
                </c:pt>
                <c:pt idx="3">
                  <c:v>251</c:v>
                </c:pt>
                <c:pt idx="4">
                  <c:v>218</c:v>
                </c:pt>
                <c:pt idx="5">
                  <c:v>211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914400"/>
            <a:ext cx="2743200" cy="2743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103120" cy="2103120"/>
          </a:xfrm>
          <a:prstGeom prst="ellipse">
            <a:avLst/>
          </a:prstGeom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3566160"/>
            <a:ext cx="2194560" cy="219456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5" name="Shape 3"/>
          <p:cNvSpPr/>
          <p:nvPr/>
        </p:nvSpPr>
        <p:spPr>
          <a:xfrm>
            <a:off x="-365760" y="3931920"/>
            <a:ext cx="1463040" cy="14630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97840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7589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10/06/2026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(PYTHON)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Jahongir Murodov</a:t>
            </a:r>
            <a:pPr indent="0" marL="0">
              <a:buNone/>
            </a:pPr>
            <a:r>
              <a:rPr lang="en-US" sz="16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turning 1,000 messy student records into clean data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548640"/>
            <a:ext cx="1463040" cy="14630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column-by-column cleaning pipeline built with pandas that takes a deliberately 'super dirty' student dataset and produces an analysis-ready CSV.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4E6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DIRTY CSV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 · 18 columns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numbers, 8 gender spellings, broken emails, mixed date formats, currency strings, nested JSON.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90672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2402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regex · json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inspected, standardized, type-cast and imputed; addresses and JSON profiles parsed.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79592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2240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2240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CSV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 · 24 columns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types and labels, valid emails, parsed city/district/postal and profile fields.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4023360"/>
            <a:ext cx="1737360" cy="1737360"/>
          </a:xfrm>
          <a:prstGeom prst="ellipse">
            <a:avLst/>
          </a:prstGeom>
          <a:ln w="1016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PROBLEMS DID THE DATA HAVE?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399032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written as words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"twenty", score = "ninety", gpa = "four point five" — useless for math.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17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0" y="1399032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labels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spellings of gender, 10 spellings of two courses ("PYTHNO", "data-sciens"...).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246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3227832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contact data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 emails missing "@", 282 duplicate emails, phones in mixed formats.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306324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246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3227832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formats everywhere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timestamps next to "2017/08/29", "$135" next to "175 USD", 211 broken addresses, nested JSON profiles.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28600"/>
            <a:ext cx="1188720" cy="118872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WAS PYTHON USED?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118872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str.strip / str.title to unify names, cities, status, remarks; mapping tables for gender &amp; course labels.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38528"/>
            <a:ext cx="64008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1938528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Word-numbers replaced, "%" and "$/USD" stripped, all dates parsed with pd.to_datetime(errors='coerce').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8046720" cy="640080"/>
          </a:xfrm>
          <a:prstGeom prst="rect">
            <a:avLst/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88336"/>
            <a:ext cx="64008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88336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repair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2688336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fixed (missing @, @@, junk prefixes), phones normalized, city/district/postal extracted from raw addresses.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8144"/>
            <a:ext cx="64008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38144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3438144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profile_json repaired and expanded into hobbies, skills, family and devices columns.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8046720" cy="640080"/>
          </a:xfrm>
          <a:prstGeom prst="rect">
            <a:avLst/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87952"/>
            <a:ext cx="64008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879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08960" y="418795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age, score, GPA, attendance and spending imputed with column means; gender filled as "Unknown".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RESULTS DID WE GET?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618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CLEANED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28900" y="11430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28900" y="12618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→ 24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628900" y="18470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STRUCTURED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2618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→ 3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709160" y="18470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LABELS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89420" y="11430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89420" y="12618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→ 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89420" y="18470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LABELS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560320"/>
          <a:ext cx="80467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 →  AFTER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(super_dirty_students.csv)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6634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(students_cleaned.csv)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"twenty"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1600200"/>
            <a:ext cx="228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0020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age: 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6712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gender: "fmale", "FEMALE", "femlae"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167128"/>
            <a:ext cx="228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167128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16712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gender: Female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3405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"someonegmail.com"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734056"/>
            <a:ext cx="228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734056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73405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someone@gmail.com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00984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300984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money: "$135", "175 USD"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300984"/>
            <a:ext cx="228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3300984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300984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money_spent: 135.0, 175.0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67912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86791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course: "PYTHNO", "d.s."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3867912"/>
            <a:ext cx="228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867912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867912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course: Python, Data Science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43484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profile_json: {hobbies:['a','b']…}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4434840"/>
            <a:ext cx="228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4434840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43484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hobbies / skills / family / devices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1645920" cy="164592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3931920"/>
            <a:ext cx="1554480" cy="1554480"/>
          </a:xfrm>
          <a:prstGeom prst="ellipse">
            <a:avLst/>
          </a:prstGeom>
          <a:ln w="101600">
            <a:solidFill>
              <a:srgbClr val="CCFB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GOALS SHOULD BE SET?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16916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cleaning functions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the notebook into tested functions so any new batch of records can be cleaned automatically.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0FDFA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0540" y="16916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560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checks (email format, GPA range, date sanity) that reject bad rows before they enter reports.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09460" y="16916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1094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monitoring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% of missing, duplicate and invalid values over time to catch data problems early.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731520"/>
            <a:ext cx="2103120" cy="210312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291840"/>
            <a:ext cx="1463040" cy="1463040"/>
          </a:xfrm>
          <a:prstGeom prst="ellipse">
            <a:avLst/>
          </a:prstGeom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-457200"/>
            <a:ext cx="1280160" cy="128016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2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3500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Jahongir Murodov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9443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Cleaning Project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538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regex · json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Cleaning Project</dc:title>
  <dc:subject>PptxGenJS Presentation</dc:subject>
  <dc:creator>Jahongir Murodov</dc:creator>
  <cp:lastModifiedBy>Jahongir Murodov</cp:lastModifiedBy>
  <cp:revision>1</cp:revision>
  <dcterms:created xsi:type="dcterms:W3CDTF">2026-06-10T13:47:10Z</dcterms:created>
  <dcterms:modified xsi:type="dcterms:W3CDTF">2026-06-10T13:47:10Z</dcterms:modified>
</cp:coreProperties>
</file>